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CAPABILITIES PRESENTATION  ·  RFP #MC-2026-0417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8FAFC"/>
                </a:solidFill>
              </a:rPr>
              <a:t>Modernizing Meridian's
Inventory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A proposal to remediate, extend, and future-proof the platform
your operations team depends on every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</a:rPr>
              <a:t>April 2026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THE SITUATION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A system that works — but isn't finished.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56616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Reports module broken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At least 8 logged issues. Filters not wired up. Previous vendor left before closing them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286000"/>
            <a:ext cx="356616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No test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432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IT has frozen all changes. Without a safety net, every fix is a risk and nothing ships.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286000"/>
            <a:ext cx="356616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4231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Capability gaps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7432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Tokyo staff work in English only. No restocking recommendations. Ops team works around the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63440"/>
            <a:ext cx="38100" cy="822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634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The ask isn't to rebuild — it's to take what's there, make it right, and extend it responsibly.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SCOPE OF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Four required. Three desired. All scoped.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5303520" cy="4206240"/>
          </a:xfrm>
          <a:prstGeom prst="rect">
            <a:avLst/>
          </a:prstGeom>
          <a:solidFill>
            <a:srgbClr val="0C2233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</a:rPr>
              <a:t>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R1 — Reports Remediation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80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Full audit + fix of all defects. Filters, i18n gaps, inconsistencies.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R2 — Restocking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PO recommendations based on stock, forecast, and budget ceiling.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R3 — Browser Test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177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Playwright E2E tests. IT can safely approve future changes.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12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R4 — Architecture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4864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Current-state overview for IT handoff.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94560"/>
            <a:ext cx="4937760" cy="4206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2860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4ADE80"/>
                </a:solidFill>
              </a:rPr>
              <a:t>DESIRED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06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D1 — UI Modernization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8803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refresh of spacing, typography, and color system.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703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D2 — i18n Expansion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9776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Extend language support to all views. Priority: Tokyo team.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00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D3 — Dark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0749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Operator-selectable theme. No structural changes required.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TECHNICAL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Safety net first. Then fix. Then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356616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1 — Discover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We audit before we touch anything. Handoff docs are thin — discovery time is in the plan, not a future change order.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194560"/>
            <a:ext cx="356616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2 — Test harness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517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R3 ships in Week 2, before we fix Reports. Every subsequent change is covered. IT's freeze lifts.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194560"/>
            <a:ext cx="356616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3 — Consistent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65176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New code follows Composition API throughout. We complete the migration the previous vendor left half-done.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38100" cy="822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5720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We align the Restocking logic with R. Tanaka's team before building — the algorithm reflects how Meridian thinks, not a generic formula.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10 weeks. Four phases.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743200"/>
            <a:ext cx="9235440" cy="254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463040" y="2606040"/>
            <a:ext cx="384048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36192" y="26426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08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</a:rPr>
              <a:t>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Weeks 1–2
Discovery · Test harness
Defect inventory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2606040"/>
            <a:ext cx="384048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05072" y="26426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108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</a:rPr>
              <a:t>Remediation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42900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Weeks 3–4
Reports fixed
Architecture doc delivered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606040"/>
            <a:ext cx="384048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6426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108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</a:rPr>
              <a:t>New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42900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Weeks 5–7
Restocking view
built and tested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2606040"/>
            <a:ext cx="384048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42832" y="26426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10896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8FAFC"/>
                </a:solidFill>
              </a:rPr>
              <a:t>Closeout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429000"/>
            <a:ext cx="1280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</a:rPr>
              <a:t>Weeks 8–10
i18n · Dark mode
IT handoff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29200"/>
            <a:ext cx="35661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Week 2 milestone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86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IT signs off on test framework. Changes can flow from this point forward.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5029200"/>
            <a:ext cx="35661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Week 5 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5486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Logic review with ops team before Restocking build begins.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5029200"/>
            <a:ext cx="3566160" cy="1371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30-day warranty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864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Defects in delivered work fixed at no charge post-delivery.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EVALUATION 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Your criteria, our positioning.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304288"/>
            <a:ext cx="6858000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2304288"/>
            <a:ext cx="2743200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0" y="219456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Relevant experience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944368"/>
            <a:ext cx="6858000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2944368"/>
            <a:ext cx="1714500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0" y="283464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</a:rPr>
              <a:t>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74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Timeline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584448"/>
            <a:ext cx="6858000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3584448"/>
            <a:ext cx="1371600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0" y="347472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</a:rP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</a:rPr>
              <a:t>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4224528"/>
            <a:ext cx="6858000" cy="20116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0" y="4224528"/>
            <a:ext cx="1028700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4114800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</a:rPr>
              <a:t>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846320"/>
            <a:ext cx="5303520" cy="1554480"/>
          </a:xfrm>
          <a:prstGeom prst="rect">
            <a:avLst/>
          </a:prstGeom>
          <a:solidFill>
            <a:srgbClr val="0C2233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9834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Technical (40%)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3035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We've read the handoff notes and mapped the defect categories. We audit before we fix. Root causes, not symptoms.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846320"/>
            <a:ext cx="4937760" cy="1554480"/>
          </a:xfrm>
          <a:prstGeom prst="rect">
            <a:avLst/>
          </a:prstGeom>
          <a:solidFill>
            <a:srgbClr val="0C2233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983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Timeline (20%)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30352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Discovery is in the plan, not a change order. IT milestone in Week 2. Weekly check-ins. No surprises.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WHY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Three things the previous vendor didn't 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356616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We finish what we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We scope conservatively. We flag issues before they become schedule problems. We don't hand off incomplete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194560"/>
            <a:ext cx="356616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We leave things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517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coverage, architecture docs, consistent code patterns — when we leave, Meridian IT can maintain what we built.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194560"/>
            <a:ext cx="356616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We speak to operations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6517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The dashboard serves teams on three continents. We build tools that fit how your people actually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63440"/>
            <a:ext cx="38100" cy="822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6634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This isn't a rebuild. It's an engagement with a team that has been waiting for a vendor that delivers.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INVESTMENT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Fixed-fee. No surprises.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11064240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PHASE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2176272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21762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94A3B8"/>
                </a:solidFill>
              </a:rPr>
              <a:t>WEEKS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2176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</a:rPr>
              <a:t>FEE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60320"/>
            <a:ext cx="1106424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3347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63347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Discovery, defect inventory, test harness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6334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1–2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26334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8BDF8"/>
                </a:solidFill>
              </a:rPr>
              <a:t>$8,500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154680"/>
            <a:ext cx="1106424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278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Remediation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22783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Reports (R1), architecture docs (R4)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22783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322783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8BDF8"/>
                </a:solidFill>
              </a:rPr>
              <a:t>$12,000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749040"/>
            <a:ext cx="1106424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2219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New 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82219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Restocking view (R2) + full test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8221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5–7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82219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8BDF8"/>
                </a:solidFill>
              </a:rPr>
              <a:t>$18,000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43400"/>
            <a:ext cx="11064240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41655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Closeout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41655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i18n (D2), dark mode (D3), UI refresh (D1), handoff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41655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8–10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441655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38BDF8"/>
                </a:solidFill>
              </a:rPr>
              <a:t>$11,500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937760"/>
            <a:ext cx="11064240" cy="254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975860"/>
            <a:ext cx="1106424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</a:rPr>
              <a:t>Total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02920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All required + desired  ·  10 weeks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5029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38BDF8"/>
                </a:solidFill>
              </a:rPr>
              <a:t>$50,000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</a:rPr>
              <a:t>Payment: 25% at signature  ·  35% at Phase 2 completion  ·  40% at final delivery  ·  30-day warranty included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914400"/>
            <a:ext cx="54864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</a:rPr>
              <a:t>Ready to start the week after award.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256032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May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Proposal
deadline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2377440"/>
            <a:ext cx="256032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514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May 12–16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Shortlist
presentations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377440"/>
            <a:ext cx="2560320" cy="1645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May 19–23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Contract
finalization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0" y="2377440"/>
            <a:ext cx="2560320" cy="1645920"/>
          </a:xfrm>
          <a:prstGeom prst="rect">
            <a:avLst/>
          </a:prstGeom>
          <a:solidFill>
            <a:srgbClr val="0C2233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2514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</a:rPr>
              <a:t>May 26+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8346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Kick-off.
Discovery begins.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Questions before May 8:  procurement@meridiancomponents.example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38BDF8"/>
                </a:solidFill>
              </a:rPr>
              <a:t>MERIDIAN COMPONENTS  ·  RFP #MC-2026-0417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8FAFC"/>
                </a:solidFill>
              </a:rPr>
              <a:t>Let's finish
what was started.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</a:rPr>
              <a:t>We have the approach, the team, and the discipline to deliver this engagement cleanly.
We look forward to the conversation.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21792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334155"/>
                </a:solidFill>
              </a:rPr>
              <a:t>Confidential  ·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