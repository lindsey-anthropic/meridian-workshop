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774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Segoe UI"/>
              </a:rPr>
              <a:t>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F172A"/>
                </a:solidFill>
                <a:latin typeface="Segoe UI"/>
              </a:rPr>
              <a:t>Modernizing the Meridian Components Inventory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206240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4748B"/>
                </a:solidFill>
                <a:latin typeface="Segoe UI"/>
              </a:rPr>
              <a:t>A response to RFP MC-2026-0417 — remediating, extending, and hardening the operations dashboard your team relies on every day.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THE SITUATION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Segoe UI"/>
              </a:rPr>
              <a:t>A capable system, left unfinished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The 2024 vendor delivered a working Vue / FastAPI dashboard covering inventory, orders, and spend — then the contract ended with work in progress.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The Reports module has known, unresolved defects — filters, translations, inconsistent data.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There's no way today to turn stock levels and demand into a purchasing decision.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With zero automated test coverage, IT has been unwilling to approve further changes at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WHAT'S BEING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Segoe UI"/>
              </a:rPr>
              <a:t>Four required outcomes, three stretch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2120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000" b="1">
                <a:solidFill>
                  <a:srgbClr val="2563EB"/>
                </a:solidFill>
              </a:rPr>
              <a:t>REQUIRED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F172A"/>
                </a:solidFill>
              </a:rPr>
              <a:t>R1 · Reports Remediation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64748B"/>
                </a:solidFill>
              </a:rPr>
              <a:t>Resolve the ~8 logged defects in the Reports module.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011680"/>
            <a:ext cx="52120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000" b="1">
                <a:solidFill>
                  <a:srgbClr val="2563EB"/>
                </a:solidFill>
              </a:rPr>
              <a:t>REQUIRED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F172A"/>
                </a:solidFill>
              </a:rPr>
              <a:t>R2 · Restocking Recommendations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64748B"/>
                </a:solidFill>
              </a:rPr>
              <a:t>New view: purchase order suggestions from stock, demand, and budget.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31920"/>
            <a:ext cx="52120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000" b="1">
                <a:solidFill>
                  <a:srgbClr val="2563EB"/>
                </a:solidFill>
              </a:rPr>
              <a:t>REQUIRED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F172A"/>
                </a:solidFill>
              </a:rPr>
              <a:t>R3 · Automated Browser Testing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64748B"/>
                </a:solidFill>
              </a:rPr>
              <a:t>E2E coverage so IT can safely approve future changes.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931920"/>
            <a:ext cx="52120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000" b="1">
                <a:solidFill>
                  <a:srgbClr val="2563EB"/>
                </a:solidFill>
              </a:rPr>
              <a:t>REQUIRED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F172A"/>
                </a:solidFill>
              </a:rPr>
              <a:t>R4 · Architecture Documentation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64748B"/>
                </a:solidFill>
              </a:rPr>
              <a:t>Current-state overview for handoff to Meridian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WHAT'S BEING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Segoe UI"/>
              </a:rPr>
              <a:t>Desired, evaluated but not mandatory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4747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000" b="1">
                <a:solidFill>
                  <a:srgbClr val="64748B"/>
                </a:solidFill>
              </a:rPr>
              <a:t>DESIRED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F172A"/>
                </a:solidFill>
              </a:rPr>
              <a:t>D1 · UI Modernization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64748B"/>
                </a:solidFill>
              </a:rPr>
              <a:t>Refresh visual design to a modern baseline.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194560"/>
            <a:ext cx="34747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000" b="1">
                <a:solidFill>
                  <a:srgbClr val="64748B"/>
                </a:solidFill>
              </a:rPr>
              <a:t>DESIRED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F172A"/>
                </a:solidFill>
              </a:rPr>
              <a:t>D2 · Internationalization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64748B"/>
                </a:solidFill>
              </a:rPr>
              <a:t>Extend i18n to remaining modules — serving the Tokyo team.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4747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000" b="1">
                <a:solidFill>
                  <a:srgbClr val="64748B"/>
                </a:solidFill>
              </a:rPr>
              <a:t>DESIRED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F172A"/>
                </a:solidFill>
              </a:rPr>
              <a:t>D3 · Dark Mode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64748B"/>
                </a:solidFill>
              </a:rPr>
              <a:t>Operator-selectable theme for low-light floor stations.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OUR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Extend what works. Fix what's broken. Don't rebuild what doesn't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We work inside the existing Vue 3 / FastAPI application — no rewrite, no new framework.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Required scope is delivered as committed, fixed-fee work.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Desired scope is priced separately, so it's never traded off against what's mandatory.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We document and test as we go, so what we leave behind outlasts our engagement.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APPROACH — PHASE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Segoe UI"/>
              </a:rPr>
              <a:t>Understand before we touch anything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4748B"/>
                </a:solidFill>
                <a:latin typeface="Segoe UI"/>
              </a:rPr>
              <a:t>We start with a full architecture review of the current system — not because it's ranked last in the RFP, but because every other phase depends on it. The output is current-state documentation Meridian IT can use long after our engagement ends.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APPROACH —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Segoe UI"/>
              </a:rPr>
              <a:t>Reports: audit and fix in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4748B"/>
                </a:solidFill>
                <a:latin typeface="Segoe UI"/>
              </a:rPr>
              <a:t>We audit the Reports module against Meridian's logged defects plus anything surfaced during architecture review, and resolve them using the application's existing filter → API → computed-property pattern — no new pattern introduced just for this module.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APPROACH — R2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Segoe UI"/>
              </a:rPr>
              <a:t>Restocking: the biggest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4748B"/>
                </a:solidFill>
                <a:latin typeface="Segoe UI"/>
              </a:rPr>
              <a:t>A new view turning stock levels, demand forecast, and an operator-supplied budget ceiling into recommended purchase orders. Rule-based and transparent — a decision-support tool, not a black-box forecasting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APPROACH — R3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Segoe UI"/>
              </a:rPr>
              <a:t>Testing: unblock IT, on the flows that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4748B"/>
                </a:solidFill>
                <a:latin typeface="Segoe UI"/>
              </a:rPr>
              <a:t>End-to-end browser coverage for the core dashboard, Reports, and Restocking — the three areas of highest change and highest operational risk. Enough for IT to start approving changes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DELIVERY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Segoe UI"/>
              </a:rPr>
              <a:t>Phased over 10–12 weeks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19659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4748B"/>
                </a:solidFill>
              </a:rPr>
              <a:t>Wk 1–2</a:t>
            </a:r>
          </a:p>
          <a:p>
            <a:r>
              <a:rPr sz="1400" b="1">
                <a:solidFill>
                  <a:srgbClr val="0F172A"/>
                </a:solidFill>
              </a:rPr>
              <a:t>Architecture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2194560"/>
            <a:ext cx="19659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4748B"/>
                </a:solidFill>
              </a:rPr>
              <a:t>Wk 2–4</a:t>
            </a:r>
          </a:p>
          <a:p>
            <a:r>
              <a:rPr sz="1400" b="1">
                <a:solidFill>
                  <a:srgbClr val="0F172A"/>
                </a:solidFill>
              </a:rPr>
              <a:t>Reports Fix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194560"/>
            <a:ext cx="19659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4748B"/>
                </a:solidFill>
              </a:rPr>
              <a:t>Wk 4–8</a:t>
            </a:r>
          </a:p>
          <a:p>
            <a:r>
              <a:rPr sz="1400" b="1">
                <a:solidFill>
                  <a:srgbClr val="0F172A"/>
                </a:solidFill>
              </a:rPr>
              <a:t>Restocking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194560"/>
            <a:ext cx="19659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4748B"/>
                </a:solidFill>
              </a:rPr>
              <a:t>Wk 8–10</a:t>
            </a:r>
          </a:p>
          <a:p>
            <a:r>
              <a:rPr sz="1400" b="1">
                <a:solidFill>
                  <a:srgbClr val="0F172A"/>
                </a:solidFill>
              </a:rPr>
              <a:t>Testing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59" y="2194560"/>
            <a:ext cx="1965960" cy="14630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4748B"/>
                </a:solidFill>
              </a:rPr>
              <a:t>Wk 10–12</a:t>
            </a:r>
          </a:p>
          <a:p>
            <a:r>
              <a:rPr sz="1400" b="1">
                <a:solidFill>
                  <a:srgbClr val="0F172A"/>
                </a:solidFill>
              </a:rPr>
              <a:t>Stretch (D1–D3)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Segoe UI"/>
              </a:rPr>
              <a:t>Fixed-fee, phased, predictable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20240"/>
          <a:ext cx="7315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4748B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4748B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4748B"/>
                          </a:solidFill>
                        </a:rPr>
                        <a:t>Fee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Architecture Review (R4)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$6,000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Reports Remediation (R1)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$10,000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Restocking (R2)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$24,000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Testing (R3)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$10,000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4114800" cy="82296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563EB"/>
                </a:solidFill>
              </a:rPr>
              <a:t>Required scope total: $50,000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Segoe UI"/>
              </a:rPr>
              <a:t>Desired scope, priced separately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20240"/>
          <a:ext cx="7315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4748B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4748B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4748B"/>
                          </a:solidFill>
                        </a:rPr>
                        <a:t>Fee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D1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UI Modernization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$9,000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Internationalization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$6,000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Dark 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172A"/>
                          </a:solidFill>
                        </a:rPr>
                        <a:t>$4,000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5029200" cy="82296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563EB"/>
                </a:solidFill>
              </a:rPr>
              <a:t>Full engagement, all options: up to $69,000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WHY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Segoe UI"/>
              </a:rPr>
              <a:t>We've inherited systems like this 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Comparable remediation and extension work for mid-market distributors on Vue/Python stacks.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A track record of adding test coverage to systems that had none — the same barrier Meridian's IT team faces today.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Experience delivering i18n and documentation for multi-region operations teams.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We inherit, we don't reinvent — lower risk, faster time to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Segoe UI"/>
              </a:rPr>
              <a:t>Let's get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Confirm scope and any adjustments to the assumptions in our written proposal.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Finalize the statement of work and phase-by-phase acceptance criteria.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</a:rPr>
              <a:t>→  Kick off Phase 0 — Architecture Review — within one week of signing.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F172A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749039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4748B"/>
                </a:solidFill>
                <a:latin typeface="Segoe UI"/>
              </a:rPr>
              <a:t>We're ready to help Meridian's operations team get the dashboard they actually need.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