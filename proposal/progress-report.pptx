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ENGAGEMENT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FAFC"/>
                </a:solidFill>
              </a:rPr>
              <a:t>Sprint Review
R1 · R2 · R3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</a:rPr>
              <a:t>Three of four required deliverables complete.
R4 architecture documentation in progress.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DELIVERY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</a:rPr>
              <a:t>R1 – R4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Reports
Remediation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Options → Composition API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wired (warehouse/category)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endpoints patched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Zero console errors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Restocking
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/api/restocking endpoint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Budget ceiling + priority rank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New Restocking.vue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EN + JA locale keys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7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Automated
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7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Playwright e2e suite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59 / 59 tests passing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All views covered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+ edge cases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4544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Architecture
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89136" y="3456432"/>
            <a:ext cx="1737360" cy="292608"/>
          </a:xfrm>
          <a:prstGeom prst="rect">
            <a:avLst/>
          </a:prstGeom>
          <a:solidFill>
            <a:srgbClr val="2D1F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9136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HTML diagram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Component map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 list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Meridian IT handoff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 · Reports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All defects resolved.
Zero console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Options API → Composition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Full rewrite of Reports.vue to Composition API pattern consistent with the rest of the codebase. Reactive state, watchers, computed properties.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Filters fully wired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Warehouse and Category params added to /api/reports/quarterly and /api/reports/monthly-trends. Watch on both filters triggers data reload.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i18n gaps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labels, headings, and table columns routed through t() calls. English and Japanese locale keys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Console noise eliminated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No console.log calls, no uncaught errors, no stray warnings on page load or filter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 · Restocking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New view live.
Budget ceiling + demand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Stock gap = reorder_point − quantity_on_hand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Priority score: gap + bonus for 'increasing' demand trend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Budget ceiling: greedy selection, within_budget flag per row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Operator applies budget via button (not on every keystroke)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Filters: warehouse + category reload recommendations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Status column appears only when budget &gt;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468880"/>
            <a:ext cx="557784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06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Summary stats delivered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08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Items at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8327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23 SKUs understocked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Total Restock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416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Full cost if all ordered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4256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Within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000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Items within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840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Budget Remaining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35838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Unspent allocation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 · Automated Browser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</a:rPr>
              <a:t>59 / 59 tests passing.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09728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22C55E"/>
                </a:solidFill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passing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navigation.spec.js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3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Nav bar, route loading, active link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filters.spec.js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4 controls, options, 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dashboard.spec.js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Title, KPIs, Order Health, charts, filters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inventory.spec.js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Location/Category filters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orders.spec.js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Status/Location/Period filters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reports.spec.js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8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Quarterly table, MoM, bar chart, stats, filters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restocking.spec.js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9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Budget input, stat cards, table, Status column logic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spending.spec.js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KPI cards, charts, period filter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demand.spec.js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7 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Trend cards, table,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2D1F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IN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 · Architecture Documentation  + 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8FAFC"/>
                </a:solidFill>
              </a:rPr>
              <a:t>One deliverable remaining.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40280"/>
            <a:ext cx="5394960" cy="33832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R4 — What we're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HTML architecture diagram (component map + data flow)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API endpoint reference with request/response shapes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Mock-data layer documentation for Meridian IT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Handoff notes: how to extend the app post-engagement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240280"/>
            <a:ext cx="5394960" cy="33832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Remaining work + optional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R4: Architecture HTML + handoff doc  (next)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D1: UI refresh  (optional, weeks 11–12)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D2: Full i18n expansion  (optional)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D3: Dark mode prototype on branch  (optional)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PR merge + Meridian IT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