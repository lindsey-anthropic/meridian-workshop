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</a:rPr>
              <a:t>ACCENTURE&amp;CT CONSULTING  ·  MERIDIAN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14400"/>
            <a:ext cx="10972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ENGAGEMENT PROGRESS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</a:rPr>
              <a:t>Sprint Review
R1 · R2 · R3 · R4 + D1 · D2 · D3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</a:rPr>
              <a:t>All required deliverables + all optional enhancements complete.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April 27, 2026  ·  branch: feature/meridian-engagement  ·  PR #29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DELIVERY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</a:rPr>
              <a:t>R1 – R4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68680"/>
            <a:ext cx="18288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Reports
Remediation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Options → Composition API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Filters wired (warehouse/category)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API endpoints patched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Zero console errors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Restocking
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/api/restocking endpoint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Budget ceiling + priority rank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New Restocking.vue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EN + JA locale keys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7336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7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Automated
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7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79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7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Playwright e2e suite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59 / 59 tests passing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All views covered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Filters + edge cases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4544" y="2377440"/>
            <a:ext cx="265176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2542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9077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Architecture
Docs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89136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9136" y="3913632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HTML architecture diagram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15-endpoint API reference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Mock data layer docs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IT handoff notes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R1 · Reports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All defects resolved.
Zero console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Options API → Composition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Full rewrite of Reports.vue to Composition API pattern consistent with the rest of the codebase. Reactive state, watchers, computed properties.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Filters fully wired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Warehouse and Category params added to /api/reports/quarterly and /api/reports/monthly-trends. Watch on both filters triggers data reload.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i18n gaps closed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All labels, headings, and table columns routed through t() calls. English and Japanese locale keys complete.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Console noise eliminated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301752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No console.log calls, no uncaught errors, no stray warnings on page load or filter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R2 · Restocking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New view live.
Budget ceiling + demand scoring.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48640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Stock gap = reorder_point − quantity_on_hand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Priority score: gap + bonus for 'increasing' demand trend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Budget ceiling: greedy selection, within_budget flag per row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Operator applies budget via button (not on every keystroke)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Filters: warehouse + category reload recommendations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CBD5E1"/>
                </a:solidFill>
              </a:rPr>
              <a:t>→  Status column appears only when budget &gt; 0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468880"/>
            <a:ext cx="557784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060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Summary stats delivered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1089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Items at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38327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23 SKUs understocked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767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Total Restock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0416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Full cost if all ordered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42569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Within Budget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7000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Items within ceiling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508406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■  Budget Remaining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358383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Unspent allocation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R3 · Automated Browser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</a:rPr>
              <a:t>59 / 59 tests passing.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09728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22C55E"/>
                </a:solidFill>
              </a:rPr>
              <a:t>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468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passing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navigation.spec.js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3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Nav bar, route loading, active link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filters.spec.js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All 4 controls, options, reset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423160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4780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dashboard.spec.js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59" y="2478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7523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Title, KPIs, Order Health, charts, filters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inventory.spec.js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Location/Category filters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orders.spec.js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5 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Table, columns, Status/Location/Period filters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3172968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2278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reports.spec.js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59" y="32278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8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5021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Quarterly table, MoM, bar chart, stats, filters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restocking.spec.js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9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Budget input, stat cards, table, Status column logic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spending.spec.js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6 tests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KPI cards, charts, period filter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3922776"/>
            <a:ext cx="3749039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8200" y="39776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demand.spec.js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59" y="39776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2C55E"/>
                </a:solidFill>
              </a:rPr>
              <a:t>7 tests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4251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Trend cards, table, filters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R4 · Architecture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Full current-state docs
delivered to Meridian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Tech stack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Vue 3 + Vite / FastAPI + Pydantic / JSON mock data. Ports, run commands, CORS notes.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SVG component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Browser → api.js → FastAPI endpoints → mock data layer. Composables, data flow arrows, legend.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API endpoint 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15 endpoints: method, path, all query params, JSON response shape. Restocking ★ flagged as new.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IT handoff 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How to add endpoints, add views, replace JSON with a real DB, run the Playwright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OPTIONAL ENHANCEMENTS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</a:rPr>
              <a:t>D1 · D2 · D3 — all delivered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868680"/>
            <a:ext cx="18288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77240" y="2377440"/>
            <a:ext cx="347472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5420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907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CSS Variables
&amp; UI Refresh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1363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CSS custom properties :root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All hardcoded colours replaced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FilterBar.vue updated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Themeable from one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2377440"/>
            <a:ext cx="347472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420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07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Italian
Locale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1363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it.js — full translation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EUR currency for 'it'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translateWarehouse: Londra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3-language switcher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2377440"/>
            <a:ext cx="3474720" cy="38404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25420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2907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</a:rPr>
              <a:t>Dark Mode
Toggle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02168" y="3456432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4838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91363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Sun/moon button in nav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.dark class on &lt;html&gt;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CSS var overrides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CBD5E1"/>
                </a:solidFill>
              </a:rPr>
              <a:t>• localStorage 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</a:rPr>
              <a:t>branch: feature/meridian-engagement  ·  PR #29  ·  RFP #MC-2026-0417  ·  April 27,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D1 + D3 · CSS Variables &amp; Dark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Full theme system.
One-click dark mode.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:root CSS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14 custom properties — --bg, --surface, --border, --text-primary, --accent, etc. All layout and colour tokens centralised.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.dark class override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Applied to &lt;html&gt; element. Full dark palette defined in one block; flips the entire app including charts, cards, tables.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3056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App.vue refactored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All hardcoded hex values replaced with var(--*) calls. FilterBar.vue scoped styles also updated.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651760" cy="210312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</a:rPr>
              <a:t>Toggle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2999232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Sun/moon SVG button in nav. isDark ref seeds from localStorage on mount; preference survives page reload.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</a:rPr>
              <a:t>branch: feature/meridian-engagement  ·  PR #29  ·  commit: 272787c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737360" cy="292608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389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</a:rPr>
              <a:t>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D2 · Italian Locale (i18n Expansion)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8FAFC"/>
                </a:solidFill>
              </a:rPr>
              <a:t>Third language live.
EN · JA ·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48640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Files added / modified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>
                <a:solidFill>
                  <a:srgbClr val="CBD5E1"/>
                </a:solidFill>
              </a:rPr>
              <a:t>→  client/src/locales/it.js — full translation (403 lines)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CBD5E1"/>
                </a:solidFill>
              </a:rPr>
              <a:t>→  useI18n.js — import it, EUR currency for 'it' locale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CBD5E1"/>
                </a:solidFill>
              </a:rPr>
              <a:t>→  useI18n.js — translateWarehouse: London → 'Londra'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CBD5E1"/>
                </a:solidFill>
              </a:rPr>
              <a:t>→  LanguageSwitcher.vue — 'Italiano' added to languageNames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468880"/>
            <a:ext cx="5577840" cy="36576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060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Sample translations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0906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nav.overview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0906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</a:rPr>
              <a:t>Panoramica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5643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nav.restocking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</a:rPr>
              <a:t>Rifornimento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22191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dashboard.kpi.title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822191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</a:rPr>
              <a:t>Indicatori Chiave di 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1879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filters.location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1879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</a:rPr>
              <a:t>Sede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5537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status.inStock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5537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</a:rPr>
              <a:t>Disponibile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91947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priority.high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9194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</a:rPr>
              <a:t>Alta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</a:rPr>
              <a:t>branch: feature/meridian-engagement  ·  PR #29  ·  commit: 272787c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</a:rPr>
              <a:t>ACCENTURE&amp;CT CONSULTING  ·  MERIDIAN COMPONENTS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14400"/>
            <a:ext cx="10972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</a:rPr>
              <a:t>FULL ENGAGEMENT ·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</a:rPr>
              <a:t>R1 · R2 · R3 · R4
+ D1 · D2 · D3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63240"/>
            <a:ext cx="11064240" cy="502920"/>
          </a:xfrm>
          <a:prstGeom prst="rect">
            <a:avLst/>
          </a:prstGeom>
          <a:solidFill>
            <a:srgbClr val="052E16"/>
          </a:solidFill>
          <a:ln w="9525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✓  R1 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7712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✓  R2  Restocking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9624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✓  R3  59/59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31536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✓  R4  Arch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3448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✓  D1  CSS vars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✓  D2  Italiano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77272" y="312724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✓  D3  Dark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39"/>
            <a:ext cx="11064240" cy="2377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</a:rPr>
              <a:t>Pull Request ready for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708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Branch: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37083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feature/meridian-engagement  → 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280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Commits: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82803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272787c  Deliver D1+D2+D3: CSS variables, Italian locale, dark mode toggle
a0e7e5d  Update progress deck: all four R deliverables COMPLETE
645b5f2  R4: Add architecture documentation
8004785  Complete R1–R3 Meridian engagement deliverables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852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Changed: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28523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15 files  ·  App.vue, FilterBar.vue, LanguageSwitcher.vue, useI18n.js,
it.js (new), Restocking.vue (new), main.py, api.js, e2e test suite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424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PR: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74243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github.com/lindsey-anthropic/meridian-workshop/pull/29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996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Repo: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619963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</a:rPr>
              <a:t>github.com/lindsey-anthropic/meridian-workshop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</a:rPr>
              <a:t>RFP #MC-2026-0417  ·  PR #29  ·  April 27,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